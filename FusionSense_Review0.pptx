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FusionSense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Attention-Based Fusion for Real-Time Human Activity Understanding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Embedded Programming Project — Zeroth Review
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24CS0836 Sanjay E    •    24CS0899 Shirdithan Pon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&amp; Problem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Literature Review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Technical Background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Methodology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15544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Logical Design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Physical Design &amp; Circuit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Simulation Results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Hardware Implementation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580644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58064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working tri-modal edge HAR prototype — demonstrated on elderly fall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146304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human activity recognition (HAR) is critical for healthcare, elderly monitoring, industrial safety and smart homes.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Single-sensor systems have blind spots: cameras fail in darkness, occlusion and raise privacy concerns; radar/IMU alone miss posture detail.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averaging mismatched sensors yields conflicting signals and dangerous false fall-alarms.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dynamic, edge-computed fusion that trusts the most reliable sensor per moment — privacy-preserving, zero cloud latency.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155448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2F6F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66420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955280" y="23957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modalities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306324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2F6F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1729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&lt;300ms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955280" y="39044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latency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457200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46817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955280" y="5413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raw video out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508760"/>
          <a:ext cx="10332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420624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FusionSense addresses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Aguileta et al.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Multi-sensor fusion beats single-sensor HAR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averaging fails when a sensor drops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Koupai et al.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attention fuses RF + inertial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Heavy; runs on cloud/desktop — we bring it to the 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&amp; Wang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Transformer for IMU HAR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modality — we go cross-modal (vision+IMU+radar)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Nakabayashi &amp; Saito (2024)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Camera+IMU attention fusion on 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Camera-dependent — we add radar for dark/private settings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23444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integrated camera + mmWave + wearable-IMU edge system with reliability-aware fusion.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Background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4440" y="1554480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719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modalities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21284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(MPU-6050): 6-DoF motion/impact. mmWave radar (LD2410): distance + micro-motion, works in the dark. Camera: posture, reduced to embeddings (no raw pixels).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554480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719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Cross-modal attention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12280" y="221284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modality → one token; a Transformer encoder lets the 3 tokens attend and re-weight each other. Cheap (attention over 3 tokens).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34440" y="3840480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F2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4005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Sensor-health conditioning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449884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sensor reports its own reliability (radar energy, image quality, IMU clipping); these bias the fusion's trust weights — our differentiator.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3840480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4005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computing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12280" y="4498848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local on ESP32 + Raspberry Pi; quantized model, MQTT to dashboard. Privacy + zero cloud latency.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4440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945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IMU+radar+camera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219456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570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80944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80944" y="21945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FusionWindow (2s)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35424" y="219456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570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2744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21945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1928" y="219456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570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73952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21945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health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28432" y="219456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570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0456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0456" y="21945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/ fall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74936" y="2194560"/>
            <a:ext cx="237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570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66960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1945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93192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Software-first: the simulator generates FusionWindows so the full model is built and validated with no hardware.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Modality-dropout during training teaches the attention to reweight; masking makes a dropped sensor contribute zero.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FusionWindow contract for simulated and real sensors — hardware swaps in without changing the model.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</a:t>
            </a:r>
            <a:endParaRPr lang="en-US" sz="3000" dirty="0"/>
          </a:p>
        </p:txBody>
      </p:sp>
      <p:pic>
        <p:nvPicPr>
          <p:cNvPr id="5" name="Image 0" descr="/sessions/awesome-gallant-cray/mnt/fusion_sense/figures/architecture_b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554480"/>
            <a:ext cx="103327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edge pipeline: ESP32 gateway → Raspberry Pi brain (sync + fusion model) → MQTT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Design</a:t>
            </a:r>
            <a:endParaRPr lang="en-US" sz="3000" dirty="0"/>
          </a:p>
        </p:txBody>
      </p:sp>
      <p:pic>
        <p:nvPicPr>
          <p:cNvPr id="5" name="Image 0" descr="/sessions/awesome-gallant-cray/mnt/fusion_sense/figures/physical_lay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508760"/>
            <a:ext cx="65836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737360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LD2410 radar fixed on a wall/tripod, both viewing the room.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beside the sensors — runs the model, hosts MQTT.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IMU worn at the waist (moves with the person → captures falls).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is fixed, not worn — it must observe the person from a distance.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/ Wiring Diagram</a:t>
            </a:r>
            <a:endParaRPr lang="en-US" sz="3000" dirty="0"/>
          </a:p>
        </p:txBody>
      </p:sp>
      <p:pic>
        <p:nvPicPr>
          <p:cNvPr id="5" name="Image 0" descr="/sessions/awesome-gallant-cray/mnt/fusion_sense/figures/circuit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554480"/>
            <a:ext cx="103327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over I²C (SDA→D21, SCL→D22); LD2410 over UART (TX→D16, RX→D17); ESP32 streams CSV over USB serial.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 — Data</a:t>
            </a:r>
            <a:endParaRPr lang="en-US" sz="3000" dirty="0"/>
          </a:p>
        </p:txBody>
      </p:sp>
      <p:pic>
        <p:nvPicPr>
          <p:cNvPr id="5" name="Image 0" descr="/sessions/awesome-gallant-cray/mnt/fusion_sense/figures/sign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508760"/>
            <a:ext cx="64008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737360"/>
            <a:ext cx="4206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generates physically-motivated signatures per activity across all three modalities.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shows an IMU impact spike + radar height drop — clearly separable from walking's periodicity.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Sensor-health signals injected (darkness, radar noise, IMU clipping) to train reliability-aware fusion.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 — Robustness</a:t>
            </a:r>
            <a:endParaRPr lang="en-US" sz="3000" dirty="0"/>
          </a:p>
        </p:txBody>
      </p:sp>
      <p:pic>
        <p:nvPicPr>
          <p:cNvPr id="5" name="Image 0" descr="/sessions/awesome-gallant-cray/mnt/fusion_sense/figures/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554480"/>
            <a:ext cx="4663440" cy="4114800"/>
          </a:xfrm>
          <a:prstGeom prst="rect">
            <a:avLst/>
          </a:prstGeom>
        </p:spPr>
      </p:pic>
      <p:pic>
        <p:nvPicPr>
          <p:cNvPr id="6" name="Image 1" descr="/sessions/awesome-gallant-cray/mnt/fusion_sense/figures/robustn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1737360"/>
            <a:ext cx="585216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48920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5A82"/>
                </a:solidFill>
              </a:rPr>
              <a:t>Graceful degradation (baseline classifier, simulated data):
</a:t>
            </a:r>
            <a:endParaRPr lang="en-US" sz="13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All sensors 1.00  →  no vision / dark 0.97  →  no radar 0.88.  Single-modality collapses to ~0.36.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2296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PyTorch cross-modal attention model trains on GPU (RTX 4060); numbers above are the NumPy baseline sanity-check.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Implementation (in progress)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gateway firmware written &amp; compiles: reads MPU-6050 over I²C at 50 Hz, streams the exact CSV the pipeline expects.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Wokwi simulation (ESP32 + MPU-6050) — runs in-browser with no physical parts.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LD2410 radar path coded and guarded (RADAR_PRESENT) — enabled once the sensor is wired.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pipeline (simulator + model + training + robustness) fully working on laptop.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205740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(IMU)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0" y="2057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2807208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8072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circuit sim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2807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557016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2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55701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model +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355701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4306824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2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430682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firmware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430682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coded, pending part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5056632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2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5056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build + 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50566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5943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50%+ of hardware implementation demonstrated via firmware + Wokwi simulation.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Delivered: working software pipeline, cross-modal attention model with sensor-health conditioning, real simulation + robustness results, ESP32 firmware validated in Wokwi.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Next: pretrain encoders on public IMU datasets → acquire ESP32 + sensors → collect real data → quantize &amp; deploy to Raspberry Pi 5 → live dashboard.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FusionSense — reliability-aware multimodal HAR for the edge.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2026-07-22T12:29:29Z</dcterms:created>
  <dcterms:modified xsi:type="dcterms:W3CDTF">2026-07-22T12:29:29Z</dcterms:modified>
</cp:coreProperties>
</file>